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752" r:id="rId3"/>
    <p:sldId id="749" r:id="rId4"/>
    <p:sldId id="763" r:id="rId5"/>
    <p:sldId id="764" r:id="rId6"/>
    <p:sldId id="765" r:id="rId7"/>
    <p:sldId id="762" r:id="rId8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if Ali Jasim" initials="SAJ" lastIdx="2" clrIdx="0">
    <p:extLst>
      <p:ext uri="{19B8F6BF-5375-455C-9EA6-DF929625EA0E}">
        <p15:presenceInfo xmlns:p15="http://schemas.microsoft.com/office/powerpoint/2012/main" userId="f2c74776aa027e1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21ED"/>
    <a:srgbClr val="F9F5A7"/>
    <a:srgbClr val="FF99FF"/>
    <a:srgbClr val="1306BA"/>
    <a:srgbClr val="080CB8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 autoAdjust="0"/>
    <p:restoredTop sz="76121" autoAdjust="0"/>
  </p:normalViewPr>
  <p:slideViewPr>
    <p:cSldViewPr snapToGrid="0">
      <p:cViewPr varScale="1">
        <p:scale>
          <a:sx n="64" d="100"/>
          <a:sy n="64" d="100"/>
        </p:scale>
        <p:origin x="1478" y="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062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583" cy="480226"/>
          </a:xfrm>
          <a:prstGeom prst="rect">
            <a:avLst/>
          </a:prstGeom>
        </p:spPr>
        <p:txBody>
          <a:bodyPr vert="horz" lIns="95207" tIns="47604" rIns="95207" bIns="4760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2962" y="0"/>
            <a:ext cx="3170583" cy="480226"/>
          </a:xfrm>
          <a:prstGeom prst="rect">
            <a:avLst/>
          </a:prstGeom>
        </p:spPr>
        <p:txBody>
          <a:bodyPr vert="horz" lIns="95207" tIns="47604" rIns="95207" bIns="47604" rtlCol="0"/>
          <a:lstStyle>
            <a:lvl1pPr algn="r">
              <a:defRPr sz="1200"/>
            </a:lvl1pPr>
          </a:lstStyle>
          <a:p>
            <a:fld id="{D324B826-76E6-4590-BCCF-DFC47F9BBA85}" type="datetimeFigureOut">
              <a:rPr lang="en-US" smtClean="0"/>
              <a:t>4/3/2023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325"/>
            <a:ext cx="3170583" cy="480226"/>
          </a:xfrm>
          <a:prstGeom prst="rect">
            <a:avLst/>
          </a:prstGeom>
        </p:spPr>
        <p:txBody>
          <a:bodyPr vert="horz" lIns="95207" tIns="47604" rIns="95207" bIns="4760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2962" y="9119325"/>
            <a:ext cx="3170583" cy="480226"/>
          </a:xfrm>
          <a:prstGeom prst="rect">
            <a:avLst/>
          </a:prstGeom>
        </p:spPr>
        <p:txBody>
          <a:bodyPr vert="horz" lIns="95207" tIns="47604" rIns="95207" bIns="47604" rtlCol="0" anchor="b"/>
          <a:lstStyle>
            <a:lvl1pPr algn="r">
              <a:defRPr sz="1200"/>
            </a:lvl1pPr>
          </a:lstStyle>
          <a:p>
            <a:fld id="{961EBFE2-303E-46FE-9B34-B4CC65D0B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01936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583" cy="480226"/>
          </a:xfrm>
          <a:prstGeom prst="rect">
            <a:avLst/>
          </a:prstGeom>
        </p:spPr>
        <p:txBody>
          <a:bodyPr vert="horz" lIns="95207" tIns="47604" rIns="95207" bIns="4760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2962" y="0"/>
            <a:ext cx="3170583" cy="480226"/>
          </a:xfrm>
          <a:prstGeom prst="rect">
            <a:avLst/>
          </a:prstGeom>
        </p:spPr>
        <p:txBody>
          <a:bodyPr vert="horz" lIns="95207" tIns="47604" rIns="95207" bIns="47604" rtlCol="0"/>
          <a:lstStyle>
            <a:lvl1pPr algn="r">
              <a:defRPr sz="1200"/>
            </a:lvl1pPr>
          </a:lstStyle>
          <a:p>
            <a:fld id="{2C4522FF-4BE0-4507-A901-8833FFC4C0CA}" type="datetimeFigureOut">
              <a:rPr lang="en-US" smtClean="0"/>
              <a:t>4/3/2023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207" tIns="47604" rIns="95207" bIns="4760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2183" y="4561313"/>
            <a:ext cx="5850835" cy="4320375"/>
          </a:xfrm>
          <a:prstGeom prst="rect">
            <a:avLst/>
          </a:prstGeom>
        </p:spPr>
        <p:txBody>
          <a:bodyPr vert="horz" lIns="95207" tIns="47604" rIns="95207" bIns="4760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325"/>
            <a:ext cx="3170583" cy="480226"/>
          </a:xfrm>
          <a:prstGeom prst="rect">
            <a:avLst/>
          </a:prstGeom>
        </p:spPr>
        <p:txBody>
          <a:bodyPr vert="horz" lIns="95207" tIns="47604" rIns="95207" bIns="4760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2962" y="9119325"/>
            <a:ext cx="3170583" cy="480226"/>
          </a:xfrm>
          <a:prstGeom prst="rect">
            <a:avLst/>
          </a:prstGeom>
        </p:spPr>
        <p:txBody>
          <a:bodyPr vert="horz" lIns="95207" tIns="47604" rIns="95207" bIns="47604" rtlCol="0" anchor="b"/>
          <a:lstStyle>
            <a:lvl1pPr algn="r">
              <a:defRPr sz="1200"/>
            </a:lvl1pPr>
          </a:lstStyle>
          <a:p>
            <a:fld id="{2580D901-4BFC-4A31-A7FD-90349394A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7346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19138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71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470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4FD54-ADC5-42CB-9493-06C6B5756C19}" type="datetime1">
              <a:rPr lang="en-US" smtClean="0"/>
              <a:t>4/3/2023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5154A-7B78-467C-93EC-7836379EC8CC}" type="datetime1">
              <a:rPr lang="en-US" smtClean="0"/>
              <a:t>4/3/2023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53EAC-F846-4996-B38A-BBF9A2943B02}" type="datetime1">
              <a:rPr lang="en-US" smtClean="0"/>
              <a:t>4/3/2023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A3A07-8356-474C-96CA-8C7D63DA36E7}" type="datetime1">
              <a:rPr lang="en-US" smtClean="0"/>
              <a:t>4/3/2023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C567B-43C4-446C-8D37-4DAE911C31BE}" type="datetime1">
              <a:rPr lang="en-US" smtClean="0"/>
              <a:t>4/3/2023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054B8-6AE5-400E-979D-D6CA048FE75D}" type="datetime1">
              <a:rPr lang="en-US" smtClean="0"/>
              <a:t>4/3/2023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C9519-2F84-40E9-8CD0-6F322D15C99F}" type="datetime1">
              <a:rPr lang="en-US" smtClean="0"/>
              <a:t>4/3/2023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A3712-8206-4498-B46E-1CDFF59F4BB6}" type="datetime1">
              <a:rPr lang="en-US" smtClean="0"/>
              <a:t>4/3/2023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B5F99-DF17-41C9-B266-4E444883CCF0}" type="datetime1">
              <a:rPr lang="en-US" smtClean="0"/>
              <a:t>4/3/2023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06780-D382-41DD-A202-7B8EE860B127}" type="datetime1">
              <a:rPr lang="en-US" smtClean="0"/>
              <a:t>4/3/2023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B21A-F41B-40C0-9AEC-F99E5FBAFD62}" type="datetime1">
              <a:rPr lang="en-US" smtClean="0"/>
              <a:t>4/3/2023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31BEC-68A1-43DF-8668-183CFA8643FC}" type="datetime1">
              <a:rPr lang="en-US" smtClean="0"/>
              <a:t>4/3/2023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75993"/>
            <a:ext cx="12129324" cy="23904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/>
              <a:t> 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endParaRPr lang="en-US" sz="3200" b="1" dirty="0">
              <a:latin typeface="+mj-lt"/>
              <a:ea typeface="+mj-ea"/>
              <a:cs typeface="+mj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5EB73228-F09B-409F-9EC1-7E853C4F5B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581840" y="5292509"/>
            <a:ext cx="6610160" cy="1565491"/>
          </a:xfrm>
          <a:custGeom>
            <a:avLst/>
            <a:gdLst>
              <a:gd name="connsiteX0" fmla="*/ 1186806 w 6610160"/>
              <a:gd name="connsiteY0" fmla="*/ 0 h 1565491"/>
              <a:gd name="connsiteX1" fmla="*/ 1692132 w 6610160"/>
              <a:gd name="connsiteY1" fmla="*/ 0 h 1565491"/>
              <a:gd name="connsiteX2" fmla="*/ 6104834 w 6610160"/>
              <a:gd name="connsiteY2" fmla="*/ 0 h 1565491"/>
              <a:gd name="connsiteX3" fmla="*/ 6610160 w 6610160"/>
              <a:gd name="connsiteY3" fmla="*/ 0 h 1565491"/>
              <a:gd name="connsiteX4" fmla="*/ 6610160 w 6610160"/>
              <a:gd name="connsiteY4" fmla="*/ 1565491 h 1565491"/>
              <a:gd name="connsiteX5" fmla="*/ 0 w 6610160"/>
              <a:gd name="connsiteY5" fmla="*/ 1565491 h 1565491"/>
              <a:gd name="connsiteX6" fmla="*/ 724290 w 6610160"/>
              <a:gd name="connsiteY6" fmla="*/ 1591 h 1565491"/>
              <a:gd name="connsiteX7" fmla="*/ 1186070 w 6610160"/>
              <a:gd name="connsiteY7" fmla="*/ 1591 h 156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10160" h="1565491">
                <a:moveTo>
                  <a:pt x="1186806" y="0"/>
                </a:moveTo>
                <a:lnTo>
                  <a:pt x="1692132" y="0"/>
                </a:lnTo>
                <a:lnTo>
                  <a:pt x="6104834" y="0"/>
                </a:lnTo>
                <a:lnTo>
                  <a:pt x="6610160" y="0"/>
                </a:lnTo>
                <a:lnTo>
                  <a:pt x="6610160" y="1565491"/>
                </a:lnTo>
                <a:lnTo>
                  <a:pt x="0" y="1565491"/>
                </a:lnTo>
                <a:lnTo>
                  <a:pt x="724290" y="1591"/>
                </a:lnTo>
                <a:lnTo>
                  <a:pt x="1186070" y="1591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xmlns="" id="{3150A4AE-7BE7-480D-BD8C-3951E64799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5292510"/>
            <a:ext cx="6144370" cy="1565491"/>
          </a:xfrm>
          <a:custGeom>
            <a:avLst/>
            <a:gdLst>
              <a:gd name="connsiteX0" fmla="*/ 0 w 6144370"/>
              <a:gd name="connsiteY0" fmla="*/ 0 h 1565491"/>
              <a:gd name="connsiteX1" fmla="*/ 6144370 w 6144370"/>
              <a:gd name="connsiteY1" fmla="*/ 0 h 1565491"/>
              <a:gd name="connsiteX2" fmla="*/ 5419344 w 6144370"/>
              <a:gd name="connsiteY2" fmla="*/ 1565491 h 1565491"/>
              <a:gd name="connsiteX3" fmla="*/ 0 w 6144370"/>
              <a:gd name="connsiteY3" fmla="*/ 1565491 h 156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44370" h="1565491">
                <a:moveTo>
                  <a:pt x="0" y="0"/>
                </a:moveTo>
                <a:lnTo>
                  <a:pt x="6144370" y="0"/>
                </a:lnTo>
                <a:lnTo>
                  <a:pt x="5419344" y="1565491"/>
                </a:lnTo>
                <a:lnTo>
                  <a:pt x="0" y="1565491"/>
                </a:lnTo>
                <a:close/>
              </a:path>
            </a:pathLst>
          </a:custGeom>
          <a:solidFill>
            <a:srgbClr val="B4B4B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10360" y="2843853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Group Names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C069AE0-DDA7-4999-AADC-68393C287507}"/>
              </a:ext>
            </a:extLst>
          </p:cNvPr>
          <p:cNvSpPr/>
          <p:nvPr/>
        </p:nvSpPr>
        <p:spPr>
          <a:xfrm>
            <a:off x="307697" y="5767660"/>
            <a:ext cx="5232523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Electronic and Communications Engineering</a:t>
            </a:r>
          </a:p>
          <a:p>
            <a:pPr algn="ctr">
              <a:spcAft>
                <a:spcPts val="600"/>
              </a:spcAft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University of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Kufa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894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5903" y="233296"/>
            <a:ext cx="19511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6330" y="1066294"/>
            <a:ext cx="11327605" cy="88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Objective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Mathematical model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Transmitter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Receiver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smtClean="0">
                <a:latin typeface="Arial" panose="020B0604020202020204" pitchFamily="34" charset="0"/>
                <a:cs typeface="Arial" panose="020B0604020202020204" pitchFamily="34" charset="0"/>
              </a:rPr>
              <a:t>Needed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functions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MATLAB &amp; Syntax </a:t>
            </a:r>
            <a:endParaRPr lang="en-US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How it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works---Flow chart</a:t>
            </a:r>
            <a:endParaRPr lang="en-US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Plot (message signal, modulated signal, received signal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756710" y="641233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71D1A80A-A6A1-4029-A94E-0EBF6AE06E06}"/>
              </a:ext>
            </a:extLst>
          </p:cNvPr>
          <p:cNvCxnSpPr>
            <a:cxnSpLocks/>
          </p:cNvCxnSpPr>
          <p:nvPr/>
        </p:nvCxnSpPr>
        <p:spPr>
          <a:xfrm>
            <a:off x="199696" y="968828"/>
            <a:ext cx="118591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7169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58565" y="275173"/>
            <a:ext cx="3741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Descriptive Title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756710" y="641233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71D1A80A-A6A1-4029-A94E-0EBF6AE06E06}"/>
              </a:ext>
            </a:extLst>
          </p:cNvPr>
          <p:cNvCxnSpPr>
            <a:cxnSpLocks/>
          </p:cNvCxnSpPr>
          <p:nvPr/>
        </p:nvCxnSpPr>
        <p:spPr>
          <a:xfrm>
            <a:off x="199696" y="968828"/>
            <a:ext cx="118591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864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58565" y="275173"/>
            <a:ext cx="3741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Descriptive Title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756710" y="641233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71D1A80A-A6A1-4029-A94E-0EBF6AE06E06}"/>
              </a:ext>
            </a:extLst>
          </p:cNvPr>
          <p:cNvCxnSpPr>
            <a:cxnSpLocks/>
          </p:cNvCxnSpPr>
          <p:nvPr/>
        </p:nvCxnSpPr>
        <p:spPr>
          <a:xfrm>
            <a:off x="199696" y="968828"/>
            <a:ext cx="118591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11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58565" y="275173"/>
            <a:ext cx="3741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Descriptive Title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756710" y="641233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71D1A80A-A6A1-4029-A94E-0EBF6AE06E06}"/>
              </a:ext>
            </a:extLst>
          </p:cNvPr>
          <p:cNvCxnSpPr>
            <a:cxnSpLocks/>
          </p:cNvCxnSpPr>
          <p:nvPr/>
        </p:nvCxnSpPr>
        <p:spPr>
          <a:xfrm>
            <a:off x="199696" y="968828"/>
            <a:ext cx="118591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333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58565" y="275173"/>
            <a:ext cx="3741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Descriptive Title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756710" y="641233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71D1A80A-A6A1-4029-A94E-0EBF6AE06E06}"/>
              </a:ext>
            </a:extLst>
          </p:cNvPr>
          <p:cNvCxnSpPr>
            <a:cxnSpLocks/>
          </p:cNvCxnSpPr>
          <p:nvPr/>
        </p:nvCxnSpPr>
        <p:spPr>
          <a:xfrm>
            <a:off x="199696" y="968828"/>
            <a:ext cx="118591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4223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008" y="322497"/>
            <a:ext cx="2749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756710" y="641233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71D1A80A-A6A1-4029-A94E-0EBF6AE06E06}"/>
              </a:ext>
            </a:extLst>
          </p:cNvPr>
          <p:cNvCxnSpPr>
            <a:cxnSpLocks/>
          </p:cNvCxnSpPr>
          <p:nvPr/>
        </p:nvCxnSpPr>
        <p:spPr>
          <a:xfrm>
            <a:off x="199696" y="968828"/>
            <a:ext cx="118591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856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57</Words>
  <Application>Microsoft Office PowerPoint</Application>
  <PresentationFormat>Widescreen</PresentationFormat>
  <Paragraphs>34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Saif Ali Jasim</dc:creator>
  <cp:lastModifiedBy>Microsoft account</cp:lastModifiedBy>
  <cp:revision>109</cp:revision>
  <dcterms:created xsi:type="dcterms:W3CDTF">2020-10-25T22:21:43Z</dcterms:created>
  <dcterms:modified xsi:type="dcterms:W3CDTF">2023-04-03T06:42:19Z</dcterms:modified>
</cp:coreProperties>
</file>